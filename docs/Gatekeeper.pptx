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GATEKEEPER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package names against PyPI &amp; npm — before you install.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127248" y="3429000"/>
            <a:ext cx="5943600" cy="1371600"/>
          </a:xfrm>
          <a:prstGeom prst="roundRect">
            <a:avLst>
              <a:gd name="adj" fmla="val 6000"/>
            </a:avLst>
          </a:prstGeom>
          <a:solidFill>
            <a:srgbClr val="232830"/>
          </a:solidFill>
          <a:ln w="12700">
            <a:solidFill>
              <a:srgbClr val="3A414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0" y="3557016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>
            <a:off x="3493008" y="3557016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>
            <a:off x="3694176" y="3557016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376732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gatekeeper-cli
</a:t>
            </a:r>
            <a:pPr algn="l"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algn="l"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gatekeeper audit requirements.txt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D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 detection  ·  registry heuristics  ·  cleaned manifests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617220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  ·   MIT   ·   click + aiohttp + rich   ·   SQLite cache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keystroke from compromise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 is a supply-chain attack: publish a package whose name is one slip away from something popular, and wait.
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hooks run code the moment a developer mistypes </a:t>
            </a:r>
            <a:pPr algn="l"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</a:t>
            </a:r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exploit needed, just a typo.
</a:t>
            </a:r>
            <a:pPr algn="l" indent="0" marL="0">
              <a:lnSpc>
                <a:spcPts val="2400"/>
              </a:lnSpc>
              <a:buNone/>
            </a:pPr>
            <a:r>
              <a:rPr lang="en-US" sz="16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Gatekeeper checks every name before it is ever installed.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0" y="1325880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232830"/>
          </a:solidFill>
          <a:ln w="12700">
            <a:solidFill>
              <a:srgbClr val="3A41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0" y="1435608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requests</a:t>
            </a:r>
            <a:pPr algn="l" indent="0" marL="0">
              <a:buNone/>
            </a:pPr>
            <a:r>
              <a:rPr lang="en-US" sz="17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algn="l" indent="0" marL="0">
              <a:buNone/>
            </a:pPr>
            <a:r>
              <a:rPr lang="en-US" sz="17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requessts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217920" y="180136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doubled letter — 1 edit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2404872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232830"/>
          </a:solidFill>
          <a:ln w="12700">
            <a:solidFill>
              <a:srgbClr val="3A41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25146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numpy</a:t>
            </a:r>
            <a:pPr algn="l" indent="0" marL="0">
              <a:buNone/>
            </a:pPr>
            <a:r>
              <a:rPr lang="en-US" sz="17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algn="l" indent="0" marL="0">
              <a:buNone/>
            </a:pPr>
            <a:r>
              <a:rPr lang="en-US" sz="17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nurnpy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17920" y="2880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'rn' renders like 'm'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3483864"/>
            <a:ext cx="5669280" cy="914400"/>
          </a:xfrm>
          <a:prstGeom prst="roundRect">
            <a:avLst>
              <a:gd name="adj" fmla="val 8000"/>
            </a:avLst>
          </a:prstGeom>
          <a:solidFill>
            <a:srgbClr val="232830"/>
          </a:solidFill>
          <a:ln w="12700">
            <a:solidFill>
              <a:srgbClr val="3A41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3593592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lodash</a:t>
            </a:r>
            <a:pPr algn="l" indent="0" marL="0">
              <a:buNone/>
            </a:pPr>
            <a:r>
              <a:rPr lang="en-US" sz="17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  </a:t>
            </a:r>
            <a:pPr algn="l" indent="0" marL="0">
              <a:buNone/>
            </a:pPr>
            <a:r>
              <a:rPr lang="en-US" sz="1700" b="1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l0dash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17920" y="395935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passes for 'o'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8006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2 edits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window vs popular names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70832" y="48006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+ 150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4370832" y="5577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top PyPI &amp; npm packages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93024" y="480060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folds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193024" y="5577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rn↔m · 0↔o · l↔1 · r↔rn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catches real ones</a:t>
            </a:r>
            <a:endParaRPr lang="en-US" sz="3200" dirty="0"/>
          </a:p>
        </p:txBody>
      </p:sp>
      <p:pic>
        <p:nvPicPr>
          <p:cNvPr id="3" name="Image 0" descr="C:\Users\abide\Downloads\Assay\docs\screenshots\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325880"/>
            <a:ext cx="10607040" cy="38730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5532120"/>
            <a:ext cx="9811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run, unedited: </a:t>
            </a:r>
            <a:pPr algn="ctr" indent="0" marL="0">
              <a:buNone/>
            </a:pPr>
            <a:r>
              <a:rPr lang="en-US" sz="1500" dirty="0">
                <a:solidFill>
                  <a:srgbClr val="E548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nurnpy</a:t>
            </a:r>
            <a:pPr algn="ctr" indent="0" marL="0">
              <a:buNone/>
            </a:pPr>
            <a:r>
              <a:rPr lang="en-US" sz="15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really exists on PyPI. Gatekeeper flags it HIGH (60): confusable-character variant of numpy (+40), single release (+20) — and still tells you what you probably meant.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Auditable scoring — fixed points, inclusive bands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640080"/>
                <a:gridCol w="36576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DDC9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SUBSTITUTION_PATTERN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confusable collision (rn↔m, 0↔o, l↔1)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TYPOSQUAT_DISTANCE_1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edit from a popular package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TYPOSQUAT_DISTANCE_2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edits from a popular package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NEW_PACKAGE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release &lt; 7 days ago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SINGLE_RELEASE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one release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FEW_RELEASES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releases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CF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YOUNG_GITHUB_OWNER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DC9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9AA5B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 owner account &lt; 90 days 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1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830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70916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are summed and capped at 100. At most one similarity signal applies per package.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955280" y="1371600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2B313B"/>
          </a:solidFill>
          <a:ln w="19050">
            <a:solidFill>
              <a:srgbClr val="E5484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183880" y="1444752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54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149840" y="1444752"/>
            <a:ext cx="1325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– 100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955280" y="2359152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2B313B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83880" y="2432304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149840" y="2432304"/>
            <a:ext cx="1325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 – 79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55280" y="3346704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2B313B"/>
          </a:solidFill>
          <a:ln w="19050">
            <a:solidFill>
              <a:srgbClr val="E7C5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83880" y="3419856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E7C5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10149840" y="3419856"/>
            <a:ext cx="1325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– 59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955280" y="4334256"/>
            <a:ext cx="3657600" cy="822960"/>
          </a:xfrm>
          <a:prstGeom prst="roundRect">
            <a:avLst>
              <a:gd name="adj" fmla="val 8889"/>
            </a:avLst>
          </a:prstGeom>
          <a:solidFill>
            <a:srgbClr val="2B313B"/>
          </a:solidFill>
          <a:ln w="19050">
            <a:solidFill>
              <a:srgbClr val="3DDC9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183880" y="4407408"/>
            <a:ext cx="21945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0149840" y="4407408"/>
            <a:ext cx="1325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– 39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955280" y="53949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score for not-found / lookup-error packages — they get their own status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 manifest, ship a clean one</a:t>
            </a:r>
            <a:endParaRPr lang="en-US" sz="3200" dirty="0"/>
          </a:p>
        </p:txBody>
      </p:sp>
      <p:pic>
        <p:nvPicPr>
          <p:cNvPr id="3" name="Image 0" descr="C:\Users\abide\Downloads\Assay\docs\screenshots\aud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280160"/>
            <a:ext cx="10607040" cy="30532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417320" y="4800600"/>
            <a:ext cx="2743200" cy="566928"/>
          </a:xfrm>
          <a:prstGeom prst="roundRect">
            <a:avLst>
              <a:gd name="adj" fmla="val 48387"/>
            </a:avLst>
          </a:prstGeom>
          <a:solidFill>
            <a:srgbClr val="232830"/>
          </a:solidFill>
          <a:ln w="12700">
            <a:solidFill>
              <a:srgbClr val="3A414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417320" y="4800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requirements.txt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160520" y="48006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937760" y="4800600"/>
            <a:ext cx="2743200" cy="566928"/>
          </a:xfrm>
          <a:prstGeom prst="roundRect">
            <a:avLst>
              <a:gd name="adj" fmla="val 48387"/>
            </a:avLst>
          </a:prstGeom>
          <a:solidFill>
            <a:srgbClr val="232830"/>
          </a:solidFill>
          <a:ln w="12700">
            <a:solidFill>
              <a:srgbClr val="3A414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37760" y="4800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gatekeeper audit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680960" y="48006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DD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8458200" y="4800600"/>
            <a:ext cx="2743200" cy="566928"/>
          </a:xfrm>
          <a:prstGeom prst="roundRect">
            <a:avLst>
              <a:gd name="adj" fmla="val 48387"/>
            </a:avLst>
          </a:prstGeom>
          <a:solidFill>
            <a:srgbClr val="232830"/>
          </a:solidFill>
          <a:ln w="12700">
            <a:solidFill>
              <a:srgbClr val="3A414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58200" y="48006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manifest.safe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88720" y="5715000"/>
            <a:ext cx="98115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policy: only unambiguous typos — names that do not exist on the registry but sit within 2 edits of a popular package — are rewritten. A look-alike that exists is flagged for a human, never silently renamed.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under the hood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58384" cy="2286000"/>
          </a:xfrm>
          <a:prstGeom prst="roundRect">
            <a:avLst>
              <a:gd name="adj" fmla="val 3600"/>
            </a:avLst>
          </a:prstGeom>
          <a:solidFill>
            <a:srgbClr val="232830"/>
          </a:solidFill>
          <a:ln w="12700">
            <a:solidFill>
              <a:srgbClr val="3A41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90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aiohttp 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01368"/>
            <a:ext cx="4809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Resilient by default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21992"/>
            <a:ext cx="4809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 timeout, 3 attempts with exponential backoff on 429/5xx, honors Retry-After. Timeouts, 4xx and malformed JSON degrade to a status in the report — never a crash.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81928" y="1325880"/>
            <a:ext cx="5358384" cy="2286000"/>
          </a:xfrm>
          <a:prstGeom prst="roundRect">
            <a:avLst>
              <a:gd name="adj" fmla="val 3600"/>
            </a:avLst>
          </a:prstGeom>
          <a:solidFill>
            <a:srgbClr val="232830"/>
          </a:solidFill>
          <a:ln w="12700">
            <a:solidFill>
              <a:srgbClr val="3A41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56248" y="14904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sqlite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56248" y="1801368"/>
            <a:ext cx="4809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Concurrent-safe cache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6248" y="2221992"/>
            <a:ext cx="4809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 mode + busy retry at ~/.gatekeeper/cache.db. 24 h TTL; top-50 packages pinned forever; LRU eviction past 500 entries runs inside one BEGIN IMMEDIATE transaction — single-writer by construction.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358384" cy="2286000"/>
          </a:xfrm>
          <a:prstGeom prst="roundRect">
            <a:avLst>
              <a:gd name="adj" fmla="val 3600"/>
            </a:avLst>
          </a:prstGeom>
          <a:solidFill>
            <a:srgbClr val="232830"/>
          </a:solidFill>
          <a:ln w="12700">
            <a:solidFill>
              <a:srgbClr val="3A41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050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prefetch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315968"/>
            <a:ext cx="4809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Fire-and-forget warmup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736592"/>
            <a:ext cx="4809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torch quietly prefetches torchvision &amp; torchaudio from a static co-occurrence map. Output renders first; stragglers get 2 s of grace, then cancellation. Failures are logged, never raised.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81928" y="3840480"/>
            <a:ext cx="5358384" cy="2286000"/>
          </a:xfrm>
          <a:prstGeom prst="roundRect">
            <a:avLst>
              <a:gd name="adj" fmla="val 3600"/>
            </a:avLst>
          </a:prstGeom>
          <a:solidFill>
            <a:srgbClr val="232830"/>
          </a:solidFill>
          <a:ln w="12700">
            <a:solidFill>
              <a:srgbClr val="3A41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56248" y="4005072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honesty 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56248" y="4315968"/>
            <a:ext cx="4809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real signals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56248" y="4736592"/>
            <a:ext cx="4809744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maps to a real API field (releases upload times, time.created, versions…). Maintainer account age isn't exposed by PyPI/npm — so it's a GitHub-owner fallback, marked unavailable when absent.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C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CI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2B313B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4173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codes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468880" y="14173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clean · 1 on HIGH/CRITICAL or not-found · --strict fails on lookup errors too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2B313B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28600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--json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2286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versioned schema (schema_version: 1) for machine parsing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15468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2B313B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546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468880" y="31546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 runs ruff + pytest across Python 3.10 / 3.11 / 3.12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2B313B"/>
          </a:solidFill>
          <a:ln w="12700">
            <a:solidFill>
              <a:srgbClr val="3DDC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02336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 two-stage image; mount a volume to persist the cache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903720" y="1417320"/>
            <a:ext cx="4736592" cy="2651760"/>
          </a:xfrm>
          <a:prstGeom prst="roundRect">
            <a:avLst>
              <a:gd name="adj" fmla="val 3103"/>
            </a:avLst>
          </a:prstGeom>
          <a:solidFill>
            <a:srgbClr val="232830"/>
          </a:solidFill>
          <a:ln w="12700">
            <a:solidFill>
              <a:srgbClr val="3A414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68312" y="1545336"/>
            <a:ext cx="100584" cy="100584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17" name="Shape 15"/>
          <p:cNvSpPr/>
          <p:nvPr/>
        </p:nvSpPr>
        <p:spPr>
          <a:xfrm>
            <a:off x="7269480" y="1545336"/>
            <a:ext cx="100584" cy="100584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470648" y="1545336"/>
            <a:ext cx="100584" cy="100584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783080"/>
            <a:ext cx="42062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.github/workflows/deps.yml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steps: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run: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gatekeeper-cli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C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run: 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gatekeeper audit \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requirements.txt --json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9AA5B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exit 1 blocks the merge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498348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tests · zero live network in tests · ruff clean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54864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DD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github.com/abidedavana/Gatekeeper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Gatekeeper — validate package names before you install</dc:title>
  <dc:subject>PptxGenJS Presentation</dc:subject>
  <dc:creator>abidedavana</dc:creator>
  <cp:lastModifiedBy>abidedavana</cp:lastModifiedBy>
  <cp:revision>1</cp:revision>
  <dcterms:created xsi:type="dcterms:W3CDTF">2026-07-05T16:58:57Z</dcterms:created>
  <dcterms:modified xsi:type="dcterms:W3CDTF">2026-07-05T16:58:57Z</dcterms:modified>
</cp:coreProperties>
</file>